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5042-1B31-34D7-BB13-B18B0CFD7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82E1BF-EA9D-87FE-AD36-35E6351AA3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8E148-C96D-C0B6-24CA-BFFC31C9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B619A-E8C6-78CB-03BB-5B821428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C6B24-5A92-16CA-400C-692CB2AB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6266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225E9-7A30-9AF0-4518-9DC2A6C2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B8C7-9FAD-1340-4B43-6B9548ECC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8D1EA-A360-CE8B-D013-BE69F4A1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FC39C-8160-E152-8B4D-A9318E4D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B9DE-CA52-CDB6-1C6A-8086048C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149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CB53-F531-E2BA-080C-4B68D9C51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33301-287C-F3CF-618E-8DAD7E02A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3BD48-8BE3-C749-A2E3-00885D3E7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40FB6-8064-4DAD-9994-DC67CD51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08CAB-5A89-A5AD-7FAE-521CA86E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3860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09779-9C27-F7B8-D26D-E075917D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3F11E-07E2-DD62-4728-15608B667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DB200-C993-345E-47C9-3965BE102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02C9B-7178-B581-1F22-0D0AABF84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2AE5A-C5BB-B061-EDA4-55A9A364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8B03F-F35F-9675-E735-840B3AA2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2700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59535-4ACE-563B-5F64-9C441748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86AD4-BEC6-B4CC-A08B-6B063672B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8B34F-CDC8-FFDF-021B-233866E9B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85413-1365-D7A6-8634-9F0CFE19F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B82996-C7DF-F607-69F2-40B628732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A5402-AA88-7A55-DF02-81E5EC14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5DE6EF-6531-226E-AB95-DC2DCAC85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E37B7-4372-7F71-B703-F1E19076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8809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5D319-7F65-91F9-17D8-22EED2DD4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533C9-C9FE-7441-71B8-8738B24B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B6C1C-AB71-A136-0ECD-EE72DA46D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7A97B-876D-D40B-94CF-EDF7B158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2460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002D0-181F-B34A-78C9-4462FEB4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282ADC-CEA6-6A02-51C6-31D92DAD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D99A7-85C1-7186-3294-EDB9499F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3320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2D81-4BFC-AA2D-0011-CC6147043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B723C-AB76-329F-4B9B-1FCCE780A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43579-B236-E777-FCFA-A183A3156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23397-E155-CD7F-4A61-379787B7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9D2DE-398B-0F2C-FF41-3B1A219C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1F4F2-B2E8-5F7B-4D5D-70E22A15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122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5F6B-617A-0CB4-95F2-09F48E873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C9BD2-613E-921D-E7CD-B5676281E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E8D41-0D90-210C-F6E4-AFF4505FC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8D699-658E-62F9-7E3C-351F93B41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6EF7C-E871-3304-D7AB-AB85A5F73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2D840-5E7E-814E-5316-B9E55D16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645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FBFC-FF58-A7A1-7A10-AB5FF0AA5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9766D-F5E7-58F6-B142-DE32603AF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EACF4-DDB5-48EA-8526-27123E2AB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9D307-C756-1171-FEBC-BB500CAF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7988-71FA-7CDF-9765-A67F1D659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282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0F2C2-9D3D-A572-6FCA-9AF49AFEB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89615C-4420-9F47-320E-A1041FF05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41465-91EE-8A4A-CF1F-291442A4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D8FF0-1AEA-1BE2-9C15-5A10148C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82FEC-35F8-6D98-9460-AD5F6AA56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7796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E6579A-7FBD-E987-6A32-B25B9380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765E6-687C-1D09-C7BB-2B8E4D0E1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33126-FF70-C648-D89C-730039AE2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2F499-C54F-44E7-BE40-457AE3B63340}" type="datetimeFigureOut">
              <a:rPr lang="en-ID" smtClean="0"/>
              <a:t>28/05/2024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5F090-2BE3-9D7E-3145-ADC1EFFE4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616EB-6962-7618-8237-032B52FCB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837C1-88AF-4C15-8D1E-E1B97AF4608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352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D425C2-79CE-47F4-4662-C232181EA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7DB671-AEC9-2B0B-AA9B-417A8F826C62}"/>
              </a:ext>
            </a:extLst>
          </p:cNvPr>
          <p:cNvSpPr/>
          <p:nvPr/>
        </p:nvSpPr>
        <p:spPr>
          <a:xfrm>
            <a:off x="2505456" y="1499616"/>
            <a:ext cx="6821424" cy="3831336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Cerita</a:t>
            </a:r>
            <a:r>
              <a:rPr lang="en-US" sz="3200" dirty="0">
                <a:solidFill>
                  <a:schemeClr val="tx1"/>
                </a:solidFill>
              </a:rPr>
              <a:t> Rakyat </a:t>
            </a:r>
            <a:r>
              <a:rPr lang="en-US" sz="3200" dirty="0" err="1">
                <a:solidFill>
                  <a:schemeClr val="tx1"/>
                </a:solidFill>
              </a:rPr>
              <a:t>Timun</a:t>
            </a:r>
            <a:r>
              <a:rPr lang="en-US" sz="3200" dirty="0">
                <a:solidFill>
                  <a:schemeClr val="tx1"/>
                </a:solidFill>
              </a:rPr>
              <a:t> Mas</a:t>
            </a: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r>
              <a:rPr lang="en-ID" sz="2400" dirty="0">
                <a:solidFill>
                  <a:schemeClr val="tx1"/>
                </a:solidFill>
              </a:rPr>
              <a:t> Nama: Ario </a:t>
            </a:r>
            <a:r>
              <a:rPr lang="en-ID" sz="2400" dirty="0" err="1">
                <a:solidFill>
                  <a:schemeClr val="tx1"/>
                </a:solidFill>
              </a:rPr>
              <a:t>Danuarta</a:t>
            </a:r>
            <a:r>
              <a:rPr lang="en-ID" sz="2400" dirty="0">
                <a:solidFill>
                  <a:schemeClr val="tx1"/>
                </a:solidFill>
              </a:rPr>
              <a:t> W</a:t>
            </a:r>
          </a:p>
          <a:p>
            <a:pPr algn="ctr"/>
            <a:r>
              <a:rPr lang="en-ID" sz="2400" dirty="0">
                <a:solidFill>
                  <a:schemeClr val="tx1"/>
                </a:solidFill>
              </a:rPr>
              <a:t>No: 06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30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452D3A-D9D3-00CE-7499-82C462430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62B75B-B12C-A2CB-56CC-1FB521863EB2}"/>
              </a:ext>
            </a:extLst>
          </p:cNvPr>
          <p:cNvSpPr/>
          <p:nvPr/>
        </p:nvSpPr>
        <p:spPr>
          <a:xfrm>
            <a:off x="0" y="73152"/>
            <a:ext cx="11411712" cy="2167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desa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nenek</a:t>
            </a:r>
            <a:r>
              <a:rPr lang="en-US" dirty="0"/>
              <a:t> Bernama Mbok </a:t>
            </a:r>
            <a:r>
              <a:rPr lang="en-US" dirty="0" err="1"/>
              <a:t>ningsih</a:t>
            </a:r>
            <a:r>
              <a:rPr lang="en-US" dirty="0"/>
              <a:t> yang </a:t>
            </a:r>
            <a:r>
              <a:rPr lang="en-US" dirty="0" err="1"/>
              <a:t>ingin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. </a:t>
            </a:r>
            <a:r>
              <a:rPr lang="en-US" dirty="0" err="1"/>
              <a:t>Harapannya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,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yang </a:t>
            </a:r>
            <a:r>
              <a:rPr lang="en-US" dirty="0" err="1"/>
              <a:t>menemani</a:t>
            </a:r>
            <a:r>
              <a:rPr lang="en-US" dirty="0"/>
              <a:t> </a:t>
            </a:r>
            <a:r>
              <a:rPr lang="en-US" dirty="0" err="1"/>
              <a:t>hidupnya</a:t>
            </a:r>
            <a:r>
              <a:rPr lang="en-US" dirty="0"/>
              <a:t> yang </a:t>
            </a:r>
            <a:r>
              <a:rPr lang="en-US" dirty="0" err="1"/>
              <a:t>sepi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dating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raksasa</a:t>
            </a:r>
            <a:r>
              <a:rPr lang="en-US" dirty="0"/>
              <a:t> </a:t>
            </a:r>
            <a:r>
              <a:rPr lang="en-US" dirty="0" err="1"/>
              <a:t>bertubuh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yang </a:t>
            </a:r>
            <a:r>
              <a:rPr lang="en-US" dirty="0" err="1"/>
              <a:t>berjanji</a:t>
            </a:r>
            <a:r>
              <a:rPr lang="en-US" dirty="0"/>
              <a:t> 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memberi</a:t>
            </a:r>
            <a:r>
              <a:rPr lang="en-US" dirty="0"/>
              <a:t> Mbok </a:t>
            </a:r>
            <a:r>
              <a:rPr lang="en-US" dirty="0" err="1"/>
              <a:t>ningsih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syaratnya</a:t>
            </a:r>
            <a:r>
              <a:rPr lang="en-US" dirty="0"/>
              <a:t>, Ketika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berusian</a:t>
            </a:r>
            <a:r>
              <a:rPr lang="en-US" dirty="0"/>
              <a:t> 17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diserahkan</a:t>
            </a:r>
            <a:r>
              <a:rPr lang="en-US" dirty="0"/>
              <a:t>  Kembali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disantap</a:t>
            </a:r>
            <a:r>
              <a:rPr lang="en-US" dirty="0"/>
              <a:t> sang </a:t>
            </a:r>
            <a:r>
              <a:rPr lang="en-US" dirty="0" err="1"/>
              <a:t>raksasa</a:t>
            </a:r>
            <a:r>
              <a:rPr lang="en-US" dirty="0"/>
              <a:t>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4804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6ED230-F725-D857-1F32-D04C96587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CED824-E076-E3EF-0795-380F0260387E}"/>
              </a:ext>
            </a:extLst>
          </p:cNvPr>
          <p:cNvSpPr/>
          <p:nvPr/>
        </p:nvSpPr>
        <p:spPr>
          <a:xfrm>
            <a:off x="0" y="0"/>
            <a:ext cx="12192000" cy="16459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Sang </a:t>
            </a:r>
            <a:r>
              <a:rPr lang="en-US" dirty="0" err="1"/>
              <a:t>raksasa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biji</a:t>
            </a:r>
            <a:r>
              <a:rPr lang="en-US" dirty="0"/>
              <a:t> </a:t>
            </a:r>
            <a:r>
              <a:rPr lang="en-US" dirty="0" err="1"/>
              <a:t>mentimun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mbok</a:t>
            </a:r>
            <a:r>
              <a:rPr lang="en-US" dirty="0"/>
              <a:t> </a:t>
            </a:r>
            <a:r>
              <a:rPr lang="en-US" dirty="0" err="1"/>
              <a:t>ningsih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ditanam</a:t>
            </a:r>
            <a:r>
              <a:rPr lang="en-US" dirty="0"/>
              <a:t> dan </a:t>
            </a:r>
            <a:r>
              <a:rPr lang="en-US" dirty="0" err="1"/>
              <a:t>dirawat</a:t>
            </a:r>
            <a:r>
              <a:rPr lang="en-US" dirty="0"/>
              <a:t>. </a:t>
            </a:r>
            <a:r>
              <a:rPr lang="en-US" dirty="0" err="1"/>
              <a:t>Setelah</a:t>
            </a:r>
            <a:r>
              <a:rPr lang="en-US" dirty="0"/>
              <a:t> </a:t>
            </a:r>
            <a:r>
              <a:rPr lang="en-US" dirty="0" err="1"/>
              <a:t>ditanam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2 </a:t>
            </a:r>
            <a:r>
              <a:rPr lang="en-US" dirty="0" err="1"/>
              <a:t>minggu</a:t>
            </a:r>
            <a:r>
              <a:rPr lang="en-US" dirty="0"/>
              <a:t>, </a:t>
            </a:r>
            <a:r>
              <a:rPr lang="en-US" dirty="0" err="1"/>
              <a:t>mentimun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tumbuh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dan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pohonnya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mentimun</a:t>
            </a:r>
            <a:r>
              <a:rPr lang="en-US" dirty="0"/>
              <a:t> yang paling </a:t>
            </a:r>
            <a:r>
              <a:rPr lang="en-US" dirty="0" err="1"/>
              <a:t>menonjol</a:t>
            </a:r>
            <a:r>
              <a:rPr lang="en-US" dirty="0"/>
              <a:t>. </a:t>
            </a:r>
            <a:r>
              <a:rPr lang="en-US" dirty="0" err="1"/>
              <a:t>Tanpa</a:t>
            </a:r>
            <a:r>
              <a:rPr lang="en-US" dirty="0"/>
              <a:t> di </a:t>
            </a:r>
            <a:r>
              <a:rPr lang="en-US" dirty="0" err="1"/>
              <a:t>duga</a:t>
            </a:r>
            <a:r>
              <a:rPr lang="en-US" dirty="0"/>
              <a:t> </a:t>
            </a:r>
            <a:r>
              <a:rPr lang="en-US" dirty="0" err="1"/>
              <a:t>ternyata</a:t>
            </a:r>
            <a:r>
              <a:rPr lang="en-US" dirty="0"/>
              <a:t> di </a:t>
            </a:r>
            <a:r>
              <a:rPr lang="en-US" dirty="0" err="1"/>
              <a:t>dalamnya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bayi</a:t>
            </a:r>
            <a:r>
              <a:rPr lang="en-US" dirty="0"/>
              <a:t> </a:t>
            </a:r>
            <a:r>
              <a:rPr lang="en-US" dirty="0" err="1"/>
              <a:t>cantik</a:t>
            </a:r>
            <a:r>
              <a:rPr lang="en-US" dirty="0"/>
              <a:t> yang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bayi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timun</a:t>
            </a:r>
            <a:r>
              <a:rPr lang="en-US" dirty="0"/>
              <a:t> mas oleh </a:t>
            </a:r>
            <a:r>
              <a:rPr lang="en-US" dirty="0" err="1"/>
              <a:t>mbok</a:t>
            </a:r>
            <a:r>
              <a:rPr lang="en-US" dirty="0"/>
              <a:t> </a:t>
            </a:r>
            <a:r>
              <a:rPr lang="en-US" dirty="0" err="1"/>
              <a:t>ningsih</a:t>
            </a:r>
            <a:r>
              <a:rPr lang="en-US" dirty="0"/>
              <a:t>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62152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024977-7D45-A645-4574-0CD1AD6BB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FCF215-9944-A019-EEED-88574DCFED0E}"/>
              </a:ext>
            </a:extLst>
          </p:cNvPr>
          <p:cNvSpPr/>
          <p:nvPr/>
        </p:nvSpPr>
        <p:spPr>
          <a:xfrm>
            <a:off x="0" y="5266944"/>
            <a:ext cx="12191999" cy="15910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Waktu pun </a:t>
            </a:r>
            <a:r>
              <a:rPr lang="en-US" dirty="0" err="1"/>
              <a:t>berlalu</a:t>
            </a:r>
            <a:r>
              <a:rPr lang="en-US" dirty="0"/>
              <a:t>,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tumbuh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gadis yang </a:t>
            </a:r>
            <a:r>
              <a:rPr lang="en-US" dirty="0" err="1"/>
              <a:t>cantik</a:t>
            </a:r>
            <a:r>
              <a:rPr lang="en-US" dirty="0"/>
              <a:t> </a:t>
            </a:r>
            <a:r>
              <a:rPr lang="en-US" dirty="0" err="1"/>
              <a:t>jelita</a:t>
            </a:r>
            <a:r>
              <a:rPr lang="en-US" dirty="0"/>
              <a:t>.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didatangi</a:t>
            </a:r>
            <a:r>
              <a:rPr lang="en-US" dirty="0"/>
              <a:t> </a:t>
            </a:r>
            <a:r>
              <a:rPr lang="en-US" dirty="0" err="1"/>
              <a:t>raksasa</a:t>
            </a:r>
            <a:r>
              <a:rPr lang="en-US" dirty="0"/>
              <a:t> yang </a:t>
            </a:r>
            <a:r>
              <a:rPr lang="en-US" dirty="0" err="1"/>
              <a:t>menagih</a:t>
            </a:r>
            <a:r>
              <a:rPr lang="en-US" dirty="0"/>
              <a:t> </a:t>
            </a:r>
            <a:r>
              <a:rPr lang="en-US" dirty="0" err="1"/>
              <a:t>janjinya</a:t>
            </a:r>
            <a:r>
              <a:rPr lang="en-US" dirty="0"/>
              <a:t>. Mbok </a:t>
            </a:r>
            <a:r>
              <a:rPr lang="en-US" dirty="0" err="1"/>
              <a:t>ningsih</a:t>
            </a:r>
            <a:r>
              <a:rPr lang="en-US" dirty="0"/>
              <a:t> pun </a:t>
            </a:r>
            <a:r>
              <a:rPr lang="en-US" dirty="0" err="1"/>
              <a:t>mengulur</a:t>
            </a:r>
            <a:r>
              <a:rPr lang="en-US" dirty="0"/>
              <a:t> </a:t>
            </a:r>
            <a:r>
              <a:rPr lang="en-US" dirty="0" err="1"/>
              <a:t>janjinya</a:t>
            </a:r>
            <a:r>
              <a:rPr lang="en-US" dirty="0"/>
              <a:t> </a:t>
            </a:r>
            <a:r>
              <a:rPr lang="en-US" dirty="0" err="1"/>
              <a:t>supaya</a:t>
            </a:r>
            <a:r>
              <a:rPr lang="en-US" dirty="0"/>
              <a:t> </a:t>
            </a:r>
            <a:r>
              <a:rPr lang="en-US" dirty="0" err="1"/>
              <a:t>raksasa</a:t>
            </a:r>
            <a:r>
              <a:rPr lang="en-US" dirty="0"/>
              <a:t> </a:t>
            </a:r>
            <a:r>
              <a:rPr lang="en-US" dirty="0" err="1"/>
              <a:t>datang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mbok</a:t>
            </a:r>
            <a:r>
              <a:rPr lang="en-US" dirty="0"/>
              <a:t> </a:t>
            </a:r>
            <a:r>
              <a:rPr lang="en-US" dirty="0" err="1"/>
              <a:t>ningsih</a:t>
            </a:r>
            <a:r>
              <a:rPr lang="en-US" dirty="0"/>
              <a:t> dua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lagi</a:t>
            </a:r>
            <a:r>
              <a:rPr lang="en-US" dirty="0"/>
              <a:t>. </a:t>
            </a:r>
            <a:r>
              <a:rPr lang="en-US" dirty="0" err="1"/>
              <a:t>Raksasa</a:t>
            </a:r>
            <a:r>
              <a:rPr lang="en-US" dirty="0"/>
              <a:t> pun </a:t>
            </a:r>
            <a:r>
              <a:rPr lang="en-US" dirty="0" err="1"/>
              <a:t>menyetujui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berpikir</a:t>
            </a:r>
            <a:r>
              <a:rPr lang="en-US" dirty="0"/>
              <a:t>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dewasa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semakin</a:t>
            </a:r>
            <a:r>
              <a:rPr lang="en-US" dirty="0"/>
              <a:t> </a:t>
            </a:r>
            <a:r>
              <a:rPr lang="en-US" dirty="0" err="1"/>
              <a:t>lezat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disantap</a:t>
            </a:r>
            <a:r>
              <a:rPr lang="en-US" dirty="0"/>
              <a:t>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66154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1417DC-8077-148B-7D40-C878AACCE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9ED0C8-133A-ABCB-689A-1F9A36F9F212}"/>
              </a:ext>
            </a:extLst>
          </p:cNvPr>
          <p:cNvSpPr/>
          <p:nvPr/>
        </p:nvSpPr>
        <p:spPr>
          <a:xfrm>
            <a:off x="0" y="0"/>
            <a:ext cx="12192000" cy="1600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Paginya</a:t>
            </a:r>
            <a:r>
              <a:rPr lang="en-US" dirty="0"/>
              <a:t>, </a:t>
            </a:r>
            <a:r>
              <a:rPr lang="en-US" dirty="0" err="1"/>
              <a:t>raksasa</a:t>
            </a:r>
            <a:r>
              <a:rPr lang="en-US" dirty="0"/>
              <a:t> dating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menagih</a:t>
            </a:r>
            <a:r>
              <a:rPr lang="en-US" dirty="0"/>
              <a:t> </a:t>
            </a:r>
            <a:r>
              <a:rPr lang="en-US" dirty="0" err="1"/>
              <a:t>janji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tepat</a:t>
            </a:r>
            <a:r>
              <a:rPr lang="en-US" dirty="0"/>
              <a:t> dua </a:t>
            </a:r>
            <a:r>
              <a:rPr lang="en-US" dirty="0" err="1"/>
              <a:t>tahun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yang </a:t>
            </a:r>
            <a:r>
              <a:rPr lang="en-US" dirty="0" err="1"/>
              <a:t>dijanjikan</a:t>
            </a:r>
            <a:r>
              <a:rPr lang="en-US" dirty="0"/>
              <a:t>. </a:t>
            </a:r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mbok</a:t>
            </a:r>
            <a:r>
              <a:rPr lang="en-US" dirty="0"/>
              <a:t> </a:t>
            </a:r>
            <a:r>
              <a:rPr lang="en-US" dirty="0" err="1"/>
              <a:t>ningsih</a:t>
            </a:r>
            <a:r>
              <a:rPr lang="en-US" dirty="0"/>
              <a:t> </a:t>
            </a:r>
            <a:r>
              <a:rPr lang="en-US" dirty="0" err="1"/>
              <a:t>meminta</a:t>
            </a:r>
            <a:r>
              <a:rPr lang="en-US" dirty="0"/>
              <a:t>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lari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pintu</a:t>
            </a:r>
            <a:r>
              <a:rPr lang="en-US" dirty="0"/>
              <a:t> </a:t>
            </a:r>
            <a:r>
              <a:rPr lang="en-US" dirty="0" err="1"/>
              <a:t>belakang</a:t>
            </a:r>
            <a:r>
              <a:rPr lang="en-US" dirty="0"/>
              <a:t>. </a:t>
            </a:r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raksasa</a:t>
            </a:r>
            <a:r>
              <a:rPr lang="en-US" dirty="0"/>
              <a:t> </a:t>
            </a:r>
            <a:r>
              <a:rPr lang="en-US" dirty="0" err="1"/>
              <a:t>berlari</a:t>
            </a:r>
            <a:r>
              <a:rPr lang="en-US" dirty="0"/>
              <a:t> </a:t>
            </a:r>
            <a:r>
              <a:rPr lang="en-US" dirty="0" err="1"/>
              <a:t>mengejar</a:t>
            </a:r>
            <a:r>
              <a:rPr lang="en-US" dirty="0"/>
              <a:t> </a:t>
            </a:r>
            <a:r>
              <a:rPr lang="en-US" dirty="0" err="1"/>
              <a:t>timun</a:t>
            </a:r>
            <a:r>
              <a:rPr lang="en-US" dirty="0"/>
              <a:t> mas.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pelariannya</a:t>
            </a:r>
            <a:r>
              <a:rPr lang="en-US" dirty="0"/>
              <a:t>,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teringat</a:t>
            </a:r>
            <a:r>
              <a:rPr lang="en-US" dirty="0"/>
              <a:t> 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keempat</a:t>
            </a:r>
            <a:r>
              <a:rPr lang="en-US" dirty="0"/>
              <a:t> </a:t>
            </a:r>
            <a:r>
              <a:rPr lang="en-US" dirty="0" err="1"/>
              <a:t>bungkusan</a:t>
            </a:r>
            <a:r>
              <a:rPr lang="en-US" dirty="0"/>
              <a:t> yang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simpan</a:t>
            </a:r>
            <a:r>
              <a:rPr lang="en-US" dirty="0"/>
              <a:t>. </a:t>
            </a:r>
            <a:r>
              <a:rPr lang="en-US" dirty="0" err="1"/>
              <a:t>Ia</a:t>
            </a:r>
            <a:r>
              <a:rPr lang="en-US" dirty="0"/>
              <a:t> pun </a:t>
            </a:r>
            <a:r>
              <a:rPr lang="en-US" dirty="0" err="1"/>
              <a:t>menebar</a:t>
            </a:r>
            <a:r>
              <a:rPr lang="en-US" dirty="0"/>
              <a:t> </a:t>
            </a:r>
            <a:r>
              <a:rPr lang="en-US" dirty="0" err="1"/>
              <a:t>bijinya</a:t>
            </a:r>
            <a:r>
              <a:rPr lang="en-US" dirty="0"/>
              <a:t> di </a:t>
            </a:r>
            <a:r>
              <a:rPr lang="en-US" dirty="0" err="1"/>
              <a:t>hutan</a:t>
            </a:r>
            <a:r>
              <a:rPr lang="en-US" dirty="0"/>
              <a:t>. </a:t>
            </a:r>
            <a:r>
              <a:rPr lang="en-US" dirty="0" err="1"/>
              <a:t>Ajaibnya</a:t>
            </a:r>
            <a:r>
              <a:rPr lang="en-US" dirty="0"/>
              <a:t>, </a:t>
            </a:r>
            <a:r>
              <a:rPr lang="en-US" dirty="0" err="1"/>
              <a:t>biji</a:t>
            </a:r>
            <a:r>
              <a:rPr lang="en-US" dirty="0"/>
              <a:t>  </a:t>
            </a:r>
            <a:r>
              <a:rPr lang="en-US" dirty="0" err="1"/>
              <a:t>mentimun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ladang </a:t>
            </a:r>
            <a:r>
              <a:rPr lang="en-US" dirty="0" err="1"/>
              <a:t>mentimun</a:t>
            </a:r>
            <a:r>
              <a:rPr lang="en-US" dirty="0"/>
              <a:t> yang </a:t>
            </a:r>
            <a:r>
              <a:rPr lang="en-US" dirty="0" err="1"/>
              <a:t>berbuah</a:t>
            </a:r>
            <a:r>
              <a:rPr lang="en-US" dirty="0"/>
              <a:t> </a:t>
            </a:r>
            <a:r>
              <a:rPr lang="en-US" dirty="0" err="1"/>
              <a:t>lebat</a:t>
            </a:r>
            <a:r>
              <a:rPr lang="en-US" dirty="0"/>
              <a:t>. </a:t>
            </a:r>
            <a:r>
              <a:rPr lang="en-US" dirty="0" err="1"/>
              <a:t>Raksasa</a:t>
            </a:r>
            <a:r>
              <a:rPr lang="en-US" dirty="0"/>
              <a:t> pun </a:t>
            </a:r>
            <a:r>
              <a:rPr lang="en-US" dirty="0" err="1"/>
              <a:t>memakan</a:t>
            </a:r>
            <a:r>
              <a:rPr lang="en-US" dirty="0"/>
              <a:t> 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mentimun</a:t>
            </a:r>
            <a:r>
              <a:rPr lang="en-US" dirty="0"/>
              <a:t>  </a:t>
            </a:r>
            <a:r>
              <a:rPr lang="en-US" dirty="0" err="1"/>
              <a:t>diladang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</a:t>
            </a:r>
            <a:r>
              <a:rPr lang="en-US" dirty="0"/>
              <a:t> </a:t>
            </a:r>
            <a:r>
              <a:rPr lang="en-US" dirty="0" err="1"/>
              <a:t>tenaga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1161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DCAA49-7687-5E2F-62BD-DC39FBF09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8C6B5A-52A6-ABEC-07F6-44A0B3CDC08E}"/>
              </a:ext>
            </a:extLst>
          </p:cNvPr>
          <p:cNvSpPr/>
          <p:nvPr/>
        </p:nvSpPr>
        <p:spPr>
          <a:xfrm>
            <a:off x="0" y="5577840"/>
            <a:ext cx="12192000" cy="12801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Kemudian</a:t>
            </a:r>
            <a:r>
              <a:rPr lang="en-US" dirty="0"/>
              <a:t>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menebar</a:t>
            </a:r>
            <a:r>
              <a:rPr lang="en-US" dirty="0"/>
              <a:t> </a:t>
            </a:r>
            <a:r>
              <a:rPr lang="en-US" dirty="0" err="1"/>
              <a:t>jarum</a:t>
            </a:r>
            <a:r>
              <a:rPr lang="en-US" dirty="0"/>
              <a:t> dan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sekejab</a:t>
            </a:r>
            <a:r>
              <a:rPr lang="en-US" dirty="0"/>
              <a:t>, </a:t>
            </a:r>
            <a:r>
              <a:rPr lang="en-US" dirty="0" err="1"/>
              <a:t>jarum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pohon</a:t>
            </a:r>
            <a:r>
              <a:rPr lang="en-US" dirty="0"/>
              <a:t> </a:t>
            </a:r>
            <a:r>
              <a:rPr lang="en-US" dirty="0" err="1"/>
              <a:t>bambu</a:t>
            </a:r>
            <a:r>
              <a:rPr lang="en-US" dirty="0"/>
              <a:t> yang </a:t>
            </a:r>
            <a:r>
              <a:rPr lang="en-US" dirty="0" err="1"/>
              <a:t>tinggi</a:t>
            </a:r>
            <a:r>
              <a:rPr lang="en-US" dirty="0"/>
              <a:t> dan </a:t>
            </a:r>
            <a:r>
              <a:rPr lang="en-US" dirty="0" err="1"/>
              <a:t>tajam</a:t>
            </a:r>
            <a:r>
              <a:rPr lang="en-US" dirty="0"/>
              <a:t>. </a:t>
            </a:r>
            <a:r>
              <a:rPr lang="en-US" dirty="0" err="1"/>
              <a:t>Pohon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melukai</a:t>
            </a:r>
            <a:r>
              <a:rPr lang="en-US" dirty="0"/>
              <a:t> kaki </a:t>
            </a:r>
            <a:r>
              <a:rPr lang="en-US" dirty="0" err="1"/>
              <a:t>raksasa</a:t>
            </a:r>
            <a:r>
              <a:rPr lang="en-US" dirty="0"/>
              <a:t>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raksasa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berusaha</a:t>
            </a:r>
            <a:r>
              <a:rPr lang="en-US" dirty="0"/>
              <a:t> </a:t>
            </a:r>
            <a:r>
              <a:rPr lang="en-US" dirty="0" err="1"/>
              <a:t>mengejar</a:t>
            </a:r>
            <a:r>
              <a:rPr lang="en-US" dirty="0"/>
              <a:t>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meski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kaki yang </a:t>
            </a:r>
            <a:r>
              <a:rPr lang="en-US" dirty="0" err="1"/>
              <a:t>berdarah-darah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6741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561779-0A1D-2555-8FDC-C288C2AF0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795E1A-F044-6FD8-86FE-5A8103B6ED7B}"/>
              </a:ext>
            </a:extLst>
          </p:cNvPr>
          <p:cNvSpPr/>
          <p:nvPr/>
        </p:nvSpPr>
        <p:spPr>
          <a:xfrm>
            <a:off x="0" y="0"/>
            <a:ext cx="12192000" cy="17830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Melihat</a:t>
            </a:r>
            <a:r>
              <a:rPr lang="en-US" dirty="0"/>
              <a:t> </a:t>
            </a:r>
            <a:r>
              <a:rPr lang="en-US" dirty="0" err="1"/>
              <a:t>raksasa</a:t>
            </a:r>
            <a:r>
              <a:rPr lang="en-US" dirty="0"/>
              <a:t> yang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mengejar</a:t>
            </a:r>
            <a:r>
              <a:rPr lang="en-US" dirty="0"/>
              <a:t>,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bungkusan</a:t>
            </a:r>
            <a:r>
              <a:rPr lang="en-US" dirty="0"/>
              <a:t> garam. </a:t>
            </a:r>
            <a:r>
              <a:rPr lang="en-US" dirty="0" err="1"/>
              <a:t>Kemudian</a:t>
            </a:r>
            <a:r>
              <a:rPr lang="en-US" dirty="0"/>
              <a:t> garam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ditaburkan</a:t>
            </a:r>
            <a:r>
              <a:rPr lang="en-US" dirty="0"/>
              <a:t> dan </a:t>
            </a:r>
            <a:r>
              <a:rPr lang="en-US" dirty="0" err="1"/>
              <a:t>seketika</a:t>
            </a:r>
            <a:r>
              <a:rPr lang="en-US" dirty="0"/>
              <a:t> </a:t>
            </a:r>
            <a:r>
              <a:rPr lang="en-US" dirty="0" err="1"/>
              <a:t>hutan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lautan</a:t>
            </a:r>
            <a:r>
              <a:rPr lang="en-US" dirty="0"/>
              <a:t> yang </a:t>
            </a:r>
            <a:r>
              <a:rPr lang="en-US" dirty="0" err="1"/>
              <a:t>luas</a:t>
            </a:r>
            <a:r>
              <a:rPr lang="en-US" dirty="0"/>
              <a:t>.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raksasa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melewatinya</a:t>
            </a:r>
            <a:r>
              <a:rPr lang="en-US" dirty="0"/>
              <a:t>. </a:t>
            </a:r>
            <a:r>
              <a:rPr lang="en-US" dirty="0" err="1"/>
              <a:t>Terakhir</a:t>
            </a:r>
            <a:r>
              <a:rPr lang="en-US" dirty="0"/>
              <a:t>,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bungkusan</a:t>
            </a:r>
            <a:r>
              <a:rPr lang="en-US" dirty="0"/>
              <a:t> </a:t>
            </a:r>
            <a:r>
              <a:rPr lang="en-US" dirty="0" err="1"/>
              <a:t>terasi</a:t>
            </a:r>
            <a:r>
              <a:rPr lang="en-US" dirty="0"/>
              <a:t> dan </a:t>
            </a:r>
            <a:r>
              <a:rPr lang="en-US" dirty="0" err="1"/>
              <a:t>seketika</a:t>
            </a:r>
            <a:r>
              <a:rPr lang="en-US" dirty="0"/>
              <a:t> </a:t>
            </a:r>
            <a:r>
              <a:rPr lang="en-US" dirty="0" err="1"/>
              <a:t>terbentuklah</a:t>
            </a:r>
            <a:r>
              <a:rPr lang="en-US" dirty="0"/>
              <a:t> </a:t>
            </a:r>
            <a:r>
              <a:rPr lang="en-US" dirty="0" err="1"/>
              <a:t>lautan</a:t>
            </a:r>
            <a:r>
              <a:rPr lang="en-US" dirty="0"/>
              <a:t> yang </a:t>
            </a:r>
            <a:r>
              <a:rPr lang="en-US" dirty="0" err="1"/>
              <a:t>airnya</a:t>
            </a:r>
            <a:r>
              <a:rPr lang="en-US" dirty="0"/>
              <a:t> </a:t>
            </a:r>
            <a:r>
              <a:rPr lang="en-US" dirty="0" err="1"/>
              <a:t>mendidih</a:t>
            </a:r>
            <a:r>
              <a:rPr lang="en-US" dirty="0"/>
              <a:t>. </a:t>
            </a:r>
            <a:r>
              <a:rPr lang="en-US" dirty="0" err="1"/>
              <a:t>Akhirnya</a:t>
            </a:r>
            <a:r>
              <a:rPr lang="en-US" dirty="0"/>
              <a:t> </a:t>
            </a:r>
            <a:r>
              <a:rPr lang="en-US" dirty="0" err="1"/>
              <a:t>raksasa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menyelamatkan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dan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meninggal</a:t>
            </a:r>
            <a:r>
              <a:rPr lang="en-US" dirty="0"/>
              <a:t> dan </a:t>
            </a:r>
            <a:r>
              <a:rPr lang="en-US" dirty="0" err="1"/>
              <a:t>tenggelam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lautan</a:t>
            </a:r>
            <a:r>
              <a:rPr lang="en-US" dirty="0"/>
              <a:t> </a:t>
            </a:r>
            <a:r>
              <a:rPr lang="en-US" dirty="0" err="1"/>
              <a:t>mendidih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</a:t>
            </a:r>
            <a:r>
              <a:rPr lang="en-US" dirty="0" err="1"/>
              <a:t>Akhirnya</a:t>
            </a:r>
            <a:r>
              <a:rPr lang="en-US" dirty="0"/>
              <a:t> </a:t>
            </a:r>
            <a:r>
              <a:rPr lang="en-US" dirty="0" err="1"/>
              <a:t>pelarian</a:t>
            </a:r>
            <a:r>
              <a:rPr lang="en-US" dirty="0"/>
              <a:t> </a:t>
            </a:r>
            <a:r>
              <a:rPr lang="en-US" dirty="0" err="1"/>
              <a:t>timun</a:t>
            </a:r>
            <a:r>
              <a:rPr lang="en-US" dirty="0"/>
              <a:t> mas pun </a:t>
            </a:r>
            <a:r>
              <a:rPr lang="en-US" dirty="0" err="1"/>
              <a:t>membawa</a:t>
            </a:r>
            <a:r>
              <a:rPr lang="en-US" dirty="0"/>
              <a:t> </a:t>
            </a:r>
            <a:r>
              <a:rPr lang="en-US" dirty="0" err="1"/>
              <a:t>hasil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Akhirnya</a:t>
            </a:r>
            <a:r>
              <a:rPr lang="en-US" dirty="0"/>
              <a:t> </a:t>
            </a:r>
            <a:r>
              <a:rPr lang="en-US" dirty="0" err="1"/>
              <a:t>mbok</a:t>
            </a:r>
            <a:r>
              <a:rPr lang="en-US" dirty="0"/>
              <a:t> </a:t>
            </a:r>
            <a:r>
              <a:rPr lang="en-US" dirty="0" err="1"/>
              <a:t>ningsih</a:t>
            </a:r>
            <a:r>
              <a:rPr lang="en-US" dirty="0"/>
              <a:t> dan </a:t>
            </a:r>
            <a:r>
              <a:rPr lang="en-US" dirty="0" err="1"/>
              <a:t>timun</a:t>
            </a:r>
            <a:r>
              <a:rPr lang="en-US" dirty="0"/>
              <a:t> mas </a:t>
            </a:r>
            <a:r>
              <a:rPr lang="en-US" dirty="0" err="1"/>
              <a:t>hidup</a:t>
            </a:r>
            <a:r>
              <a:rPr lang="en-US" dirty="0"/>
              <a:t> Bahagia </a:t>
            </a:r>
            <a:r>
              <a:rPr lang="en-US" dirty="0" err="1"/>
              <a:t>selamanya</a:t>
            </a:r>
            <a:r>
              <a:rPr lang="en-US" dirty="0"/>
              <a:t>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25110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3512B2-45AE-B8C5-C256-6465B2E08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958212-C4A1-3BEC-DBB2-9F2D9BAC2D65}"/>
              </a:ext>
            </a:extLst>
          </p:cNvPr>
          <p:cNvSpPr/>
          <p:nvPr/>
        </p:nvSpPr>
        <p:spPr>
          <a:xfrm>
            <a:off x="1402080" y="850392"/>
            <a:ext cx="9226296" cy="49834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Moral </a:t>
            </a:r>
            <a:r>
              <a:rPr lang="en-US" sz="2400" dirty="0" err="1">
                <a:solidFill>
                  <a:schemeClr val="tx1"/>
                </a:solidFill>
              </a:rPr>
              <a:t>Cerita</a:t>
            </a:r>
            <a:r>
              <a:rPr lang="en-US" sz="2400" dirty="0">
                <a:solidFill>
                  <a:schemeClr val="tx1"/>
                </a:solidFill>
              </a:rPr>
              <a:t>:</a:t>
            </a:r>
          </a:p>
          <a:p>
            <a:pPr algn="ctr"/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Setiap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manusia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Tuhan</a:t>
            </a:r>
            <a:r>
              <a:rPr lang="en-US" dirty="0">
                <a:solidFill>
                  <a:schemeClr val="tx1"/>
                </a:solidFill>
              </a:rPr>
              <a:t> uji </a:t>
            </a:r>
            <a:r>
              <a:rPr lang="en-US" dirty="0" err="1">
                <a:solidFill>
                  <a:schemeClr val="tx1"/>
                </a:solidFill>
              </a:rPr>
              <a:t>dengan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masalah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namun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setiap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masalah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diberikan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Tuhan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pasti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jalan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keluarnya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 err="1">
                <a:solidFill>
                  <a:schemeClr val="tx1"/>
                </a:solidFill>
              </a:rPr>
              <a:t>Tidak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masalah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tidak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menemukanjalan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keluarnya</a:t>
            </a:r>
            <a:r>
              <a:rPr lang="en-US" dirty="0">
                <a:solidFill>
                  <a:schemeClr val="tx1"/>
                </a:solidFill>
              </a:rPr>
              <a:t>. Oleh </a:t>
            </a:r>
            <a:r>
              <a:rPr lang="en-US" dirty="0" err="1">
                <a:solidFill>
                  <a:schemeClr val="tx1"/>
                </a:solidFill>
              </a:rPr>
              <a:t>sebab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itu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sebagai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seorang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manusia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sudah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sepantasnya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kita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bersabar</a:t>
            </a:r>
            <a:r>
              <a:rPr lang="en-US" dirty="0">
                <a:solidFill>
                  <a:schemeClr val="tx1"/>
                </a:solidFill>
              </a:rPr>
              <a:t> Ketika </a:t>
            </a:r>
            <a:r>
              <a:rPr lang="en-US" dirty="0" err="1">
                <a:solidFill>
                  <a:schemeClr val="tx1"/>
                </a:solidFill>
              </a:rPr>
              <a:t>diberi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masalah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tidak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mengeluh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apalagi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menyerah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800" dirty="0" err="1">
                <a:solidFill>
                  <a:schemeClr val="tx1"/>
                </a:solidFill>
              </a:rPr>
              <a:t>Terima</a:t>
            </a:r>
            <a:r>
              <a:rPr lang="en-US" sz="2800" dirty="0">
                <a:solidFill>
                  <a:schemeClr val="tx1"/>
                </a:solidFill>
              </a:rPr>
              <a:t> Kasih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848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442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Ario Danu</dc:creator>
  <cp:lastModifiedBy>Ario Danu</cp:lastModifiedBy>
  <cp:revision>1</cp:revision>
  <dcterms:created xsi:type="dcterms:W3CDTF">2024-05-28T07:20:52Z</dcterms:created>
  <dcterms:modified xsi:type="dcterms:W3CDTF">2024-05-28T08:11:26Z</dcterms:modified>
</cp:coreProperties>
</file>