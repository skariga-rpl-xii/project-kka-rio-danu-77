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8F55-F924-A914-AB25-FBB15E44C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C5383-709F-BF29-2ABB-FE01A552E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52C77-8B27-3B7E-BA65-65631100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6E795-B403-0D3E-EE73-8035BA5A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611EE-E5B0-B5DA-041A-5D031B80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6268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5B1F-EA73-8154-5B5F-EA99E0ED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928B5-BB26-1B90-E11A-89DD5A140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405FE-91C6-D7EB-C6D2-CD4C76055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A87FF-41D4-C623-87C3-E92269A20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85C73-A1A9-B978-FF5E-22583C32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13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9CFD2-1252-A231-122B-49C7248E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C9253-4A5D-35FA-53A3-9967E663D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3D0B3-77BB-6D24-D1C4-4E6B81B9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E2E1F-322C-5146-6644-C24011D01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C857E-6EAC-5F94-C80A-23CD82EE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253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1825-F0AB-CA94-90E7-C415E268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40112-D058-8F97-3519-BC3F990ED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5F199-B0DB-B645-AB4A-7412C1CC2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54410-8327-B0BD-B797-B574CBFC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D9F6B-2DCA-5CB4-5211-50EBCEA8F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B2D44-FC9C-535E-EC8E-8A0C71C8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077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155F-BBF8-3978-DF2B-88343B0C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80865-4EA9-15DD-403E-F0DCE91A3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48E23-1E0A-DFB5-80C2-945D3E0DF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A294C2-978A-CED3-E5BF-0FA8DDAA0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80B760-2AF6-36D5-56C5-28EDE9BA5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6BC5A8-A76B-FC75-7D16-D5363D25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71D16-48C1-5DC6-9BF7-C178F0C8B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E2EF9-E6D4-DD97-5A6C-069FBD7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110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E319B-CEBF-79F4-C38B-55C728CA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C014B-ED51-E534-2250-4F2EBCBF1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5EA08-EB3B-05D8-8CA0-79B99060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D2D85-2BCE-933A-EB02-0482B474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307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BF3FD9-A73D-D54A-6CF3-E4F9E9DC3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6269B0-166D-7F4B-D9DA-BAFDBB74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A421D-808C-AAFC-CE0B-A925FD32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809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4FE5D-3922-1A72-07E6-3622A10E7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DEEF5-3C47-B07F-3075-D28F74915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F0C06-44E4-ABD5-D73E-401F23819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78E7A-40E2-C765-4E72-0DCBD6857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B816D-6C77-38E2-283B-12589E60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9EAD2-FCB4-1577-B891-E53A548E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331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CCEB-5A89-F3E8-B961-78656FDAB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F4A4D4-4AC8-B28B-934E-549490AF4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14EDA-EB88-52D4-DA66-BE646CDC0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48679-32B8-816B-07E8-0489EA35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05BE6-7F10-C6C8-918A-F45753C55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CCAFD-3609-45BE-C343-83AE857ED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383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F044-5702-01DF-2ED3-8579DB409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EF58D-931C-2F3A-A126-AC7939913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C986A-935D-B113-D55D-4EBFD102D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10CC0-5880-E4D6-6A8D-1FF9A2F8F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A764D-EA82-D1E0-5B7C-1B19F62A1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151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40FE59-C01D-1F13-CA0A-84954A753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F6DBC-7638-86A0-6138-BC8D6E189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E9A51-4E01-47C9-AF9C-E070EA92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23C78-A287-1FCA-0A2E-97D5095F3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C0CBA-A579-139F-7C0A-DA40216A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662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015A6-7901-2376-3FA0-64750BD0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B19A1-026B-C0B1-F6F2-65A386992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07EBE-1255-7E5E-4B0F-C702CB2A4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C51E5-3762-4A56-9AFE-6B8B0AE8566D}" type="datetimeFigureOut">
              <a:rPr lang="en-ID" smtClean="0"/>
              <a:t>21/04/2026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2B2DE-DF75-1BA3-420A-1A5B4F56F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0A0E8-3FDE-6EF7-A572-8584AA038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08F96-9D70-4A24-979E-D017CF58B7D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07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467D-8206-E68D-F3C0-B371921BAD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2D88E-13D4-BD25-CCB9-BF44D4F839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B2E48-8A18-92AA-95E1-06A0E8ADB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7592" y="733868"/>
            <a:ext cx="9811512" cy="519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3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49A83-C6F7-420D-A009-577EF4524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534E-60A0-96E0-CB55-A8FAE0AA2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2469"/>
          </a:xfrm>
        </p:spPr>
        <p:txBody>
          <a:bodyPr/>
          <a:lstStyle/>
          <a:p>
            <a:r>
              <a:rPr lang="en-US" b="1" dirty="0"/>
              <a:t>Tujuan </a:t>
            </a:r>
            <a:r>
              <a:rPr lang="en-US" b="1" dirty="0" err="1"/>
              <a:t>Pembelajaran</a:t>
            </a:r>
            <a:endParaRPr lang="en-ID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E8F6F-F0AD-F349-EBB6-13EA19213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8384" y="2212150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kamu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Mengucapkan</a:t>
            </a:r>
            <a:r>
              <a:rPr lang="en-ID" dirty="0"/>
              <a:t> </a:t>
            </a:r>
            <a:r>
              <a:rPr lang="en-ID" dirty="0" err="1"/>
              <a:t>salam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Spanyol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Memperkenalkan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Menggunakan</a:t>
            </a:r>
            <a:r>
              <a:rPr lang="en-ID" dirty="0"/>
              <a:t> kata-kata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sehari-hari</a:t>
            </a:r>
            <a:r>
              <a:rPr lang="en-ID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percakapan</a:t>
            </a:r>
            <a:r>
              <a:rPr lang="en-ID" dirty="0"/>
              <a:t> </a:t>
            </a:r>
            <a:r>
              <a:rPr lang="en-ID" dirty="0" err="1"/>
              <a:t>sederhana</a:t>
            </a:r>
            <a:endParaRPr lang="en-ID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9880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62DE-D55B-CAA7-B718-AF5D6C2B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Kata Ganti Orang (</a:t>
            </a:r>
            <a:r>
              <a:rPr lang="en-ID" b="1" dirty="0" err="1"/>
              <a:t>Pronombres</a:t>
            </a:r>
            <a:r>
              <a:rPr lang="en-ID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D8704-83F2-FE33-00C9-1192FEAF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Yo</a:t>
            </a:r>
            <a:r>
              <a:rPr lang="en-ID" dirty="0"/>
              <a:t> → Saya </a:t>
            </a:r>
          </a:p>
          <a:p>
            <a:r>
              <a:rPr lang="en-ID" dirty="0"/>
              <a:t>Tú → Kamu </a:t>
            </a:r>
          </a:p>
          <a:p>
            <a:r>
              <a:rPr lang="en-ID" dirty="0" err="1"/>
              <a:t>Él</a:t>
            </a:r>
            <a:r>
              <a:rPr lang="en-ID" dirty="0"/>
              <a:t> → Dia (</a:t>
            </a:r>
            <a:r>
              <a:rPr lang="en-ID" dirty="0" err="1"/>
              <a:t>laki-laki</a:t>
            </a:r>
            <a:r>
              <a:rPr lang="en-ID" dirty="0"/>
              <a:t>) </a:t>
            </a:r>
          </a:p>
          <a:p>
            <a:r>
              <a:rPr lang="en-ID" dirty="0"/>
              <a:t>Ella → Dia (</a:t>
            </a:r>
            <a:r>
              <a:rPr lang="en-ID" dirty="0" err="1"/>
              <a:t>perempuan</a:t>
            </a:r>
            <a:r>
              <a:rPr lang="en-ID" dirty="0"/>
              <a:t>) </a:t>
            </a:r>
          </a:p>
          <a:p>
            <a:r>
              <a:rPr lang="en-ID" dirty="0" err="1"/>
              <a:t>Nosotros</a:t>
            </a:r>
            <a:r>
              <a:rPr lang="en-ID" dirty="0"/>
              <a:t> → Kita </a:t>
            </a:r>
          </a:p>
          <a:p>
            <a:r>
              <a:rPr lang="en-ID" dirty="0"/>
              <a:t>Ellos → </a:t>
            </a:r>
            <a:r>
              <a:rPr lang="en-ID" dirty="0" err="1"/>
              <a:t>Mereka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720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D777-18B1-D191-52F5-156E0539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5EA8-2987-897C-75C7-62DEC099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Kata </a:t>
            </a:r>
            <a:r>
              <a:rPr lang="en-ID" b="1" dirty="0" err="1"/>
              <a:t>Kerja</a:t>
            </a:r>
            <a:r>
              <a:rPr lang="en-ID" b="1" dirty="0"/>
              <a:t> </a:t>
            </a:r>
            <a:r>
              <a:rPr lang="en-ID" b="1" dirty="0" err="1"/>
              <a:t>Penting</a:t>
            </a:r>
            <a:r>
              <a:rPr lang="en-ID" b="1" dirty="0"/>
              <a:t> (Verbos </a:t>
            </a:r>
            <a:r>
              <a:rPr lang="en-ID" b="1" dirty="0" err="1"/>
              <a:t>básicos</a:t>
            </a:r>
            <a:r>
              <a:rPr lang="en-ID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31444-A0C1-BF6E-26E4-159304BDE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Ser → </a:t>
            </a:r>
            <a:r>
              <a:rPr lang="en-ID" dirty="0" err="1"/>
              <a:t>adalah</a:t>
            </a:r>
            <a:r>
              <a:rPr lang="en-ID" dirty="0"/>
              <a:t> </a:t>
            </a:r>
          </a:p>
          <a:p>
            <a:r>
              <a:rPr lang="en-ID" dirty="0"/>
              <a:t>Estar → </a:t>
            </a:r>
            <a:r>
              <a:rPr lang="en-ID" dirty="0" err="1"/>
              <a:t>sedang</a:t>
            </a:r>
            <a:r>
              <a:rPr lang="en-ID" dirty="0"/>
              <a:t> / </a:t>
            </a:r>
            <a:r>
              <a:rPr lang="en-ID" dirty="0" err="1"/>
              <a:t>berada</a:t>
            </a:r>
            <a:r>
              <a:rPr lang="en-ID" dirty="0"/>
              <a:t> </a:t>
            </a:r>
          </a:p>
          <a:p>
            <a:r>
              <a:rPr lang="en-ID" dirty="0"/>
              <a:t>Tener → </a:t>
            </a:r>
            <a:r>
              <a:rPr lang="en-ID" dirty="0" err="1"/>
              <a:t>memiliki</a:t>
            </a:r>
            <a:r>
              <a:rPr lang="en-ID" dirty="0"/>
              <a:t> </a:t>
            </a:r>
          </a:p>
          <a:p>
            <a:r>
              <a:rPr lang="en-ID" dirty="0"/>
              <a:t>Hablar → </a:t>
            </a:r>
            <a:r>
              <a:rPr lang="en-ID" dirty="0" err="1"/>
              <a:t>berbicara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37356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4C1B-DA71-5AA0-CEA5-4CCADB458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B108-E7D6-40C6-2A22-0B742620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Contoh</a:t>
            </a:r>
            <a:r>
              <a:rPr lang="en-ID" b="1" dirty="0"/>
              <a:t> </a:t>
            </a:r>
            <a:r>
              <a:rPr lang="en-ID" b="1" dirty="0" err="1"/>
              <a:t>Penggunaan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97C1-47E8-B1A0-5F7C-DDD317837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Yo</a:t>
            </a:r>
            <a:r>
              <a:rPr lang="en-ID" dirty="0"/>
              <a:t> soy </a:t>
            </a:r>
            <a:r>
              <a:rPr lang="en-ID" dirty="0" err="1"/>
              <a:t>estudiante</a:t>
            </a:r>
            <a:r>
              <a:rPr lang="en-ID" dirty="0"/>
              <a:t> → Saya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pelajar</a:t>
            </a:r>
            <a:r>
              <a:rPr lang="en-ID" dirty="0"/>
              <a:t> </a:t>
            </a:r>
          </a:p>
          <a:p>
            <a:r>
              <a:rPr lang="en-ID" dirty="0" err="1"/>
              <a:t>Estoy</a:t>
            </a:r>
            <a:r>
              <a:rPr lang="en-ID" dirty="0"/>
              <a:t> </a:t>
            </a:r>
            <a:r>
              <a:rPr lang="en-ID" dirty="0" err="1"/>
              <a:t>feliz</a:t>
            </a:r>
            <a:r>
              <a:rPr lang="en-ID" dirty="0"/>
              <a:t> → Saya </a:t>
            </a:r>
            <a:r>
              <a:rPr lang="en-ID" dirty="0" err="1"/>
              <a:t>sedang</a:t>
            </a:r>
            <a:r>
              <a:rPr lang="en-ID" dirty="0"/>
              <a:t> </a:t>
            </a:r>
            <a:r>
              <a:rPr lang="en-ID" dirty="0" err="1"/>
              <a:t>senang</a:t>
            </a:r>
            <a:r>
              <a:rPr lang="en-ID" dirty="0"/>
              <a:t> </a:t>
            </a:r>
          </a:p>
          <a:p>
            <a:r>
              <a:rPr lang="en-ID" dirty="0"/>
              <a:t>Tengo 16 </a:t>
            </a:r>
            <a:r>
              <a:rPr lang="en-ID" dirty="0" err="1"/>
              <a:t>años</a:t>
            </a:r>
            <a:r>
              <a:rPr lang="en-ID" dirty="0"/>
              <a:t> → Saya </a:t>
            </a:r>
            <a:r>
              <a:rPr lang="en-ID" dirty="0" err="1"/>
              <a:t>berumur</a:t>
            </a:r>
            <a:r>
              <a:rPr lang="en-ID" dirty="0"/>
              <a:t> 16 </a:t>
            </a:r>
            <a:r>
              <a:rPr lang="en-ID" dirty="0" err="1"/>
              <a:t>tahun</a:t>
            </a:r>
            <a:r>
              <a:rPr lang="en-ID" dirty="0"/>
              <a:t> </a:t>
            </a:r>
          </a:p>
          <a:p>
            <a:r>
              <a:rPr lang="en-ID" dirty="0" err="1"/>
              <a:t>Hablo</a:t>
            </a:r>
            <a:r>
              <a:rPr lang="en-ID" dirty="0"/>
              <a:t> </a:t>
            </a:r>
            <a:r>
              <a:rPr lang="en-ID" dirty="0" err="1"/>
              <a:t>español</a:t>
            </a:r>
            <a:r>
              <a:rPr lang="en-ID" dirty="0"/>
              <a:t> → Saya </a:t>
            </a:r>
            <a:r>
              <a:rPr lang="en-ID" dirty="0" err="1"/>
              <a:t>berbicara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Spanyol</a:t>
            </a:r>
          </a:p>
        </p:txBody>
      </p:sp>
    </p:spTree>
    <p:extLst>
      <p:ext uri="{BB962C8B-B14F-4D97-AF65-F5344CB8AC3E}">
        <p14:creationId xmlns:p14="http://schemas.microsoft.com/office/powerpoint/2010/main" val="1743738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B0911-F860-6EC7-81D3-752951894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7176-1CAD-9E07-2F71-940B41B5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Contoh</a:t>
            </a:r>
            <a:r>
              <a:rPr lang="es-ES" b="1" dirty="0"/>
              <a:t> </a:t>
            </a:r>
            <a:r>
              <a:rPr lang="es-ES" b="1" dirty="0" err="1"/>
              <a:t>Dialog</a:t>
            </a:r>
            <a:r>
              <a:rPr lang="es-ES" b="1" dirty="0"/>
              <a:t> </a:t>
            </a:r>
            <a:r>
              <a:rPr lang="es-ES" b="1" dirty="0" err="1"/>
              <a:t>Lebih</a:t>
            </a:r>
            <a:r>
              <a:rPr lang="es-ES" b="1" dirty="0"/>
              <a:t> </a:t>
            </a:r>
            <a:r>
              <a:rPr lang="es-ES" b="1" dirty="0" err="1"/>
              <a:t>Lengkap</a:t>
            </a:r>
            <a:endParaRPr lang="es-E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8D60A-299F-635A-3676-63D1921AA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A: Hola, ¿cómo te llamas?</a:t>
            </a:r>
            <a:br>
              <a:rPr lang="es-ES" dirty="0"/>
            </a:br>
            <a:r>
              <a:rPr lang="es-ES" dirty="0"/>
              <a:t>B: Me llamo Ana</a:t>
            </a:r>
            <a:br>
              <a:rPr lang="es-ES" dirty="0"/>
            </a:br>
            <a:r>
              <a:rPr lang="es-ES" dirty="0"/>
              <a:t>A: ¿De dónde eres?</a:t>
            </a:r>
            <a:br>
              <a:rPr lang="es-ES" dirty="0"/>
            </a:br>
            <a:r>
              <a:rPr lang="es-ES" dirty="0"/>
              <a:t>B: Soy de Indonesia</a:t>
            </a:r>
          </a:p>
        </p:txBody>
      </p:sp>
    </p:spTree>
    <p:extLst>
      <p:ext uri="{BB962C8B-B14F-4D97-AF65-F5344CB8AC3E}">
        <p14:creationId xmlns:p14="http://schemas.microsoft.com/office/powerpoint/2010/main" val="1431822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Basic Learning ^N1</Template>
  <TotalTime>5</TotalTime>
  <Words>137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Tujuan Pembelajaran</vt:lpstr>
      <vt:lpstr>Kata Ganti Orang (Pronombres)</vt:lpstr>
      <vt:lpstr>Kata Kerja Penting (Verbos básicos)</vt:lpstr>
      <vt:lpstr>Contoh Penggunaan</vt:lpstr>
      <vt:lpstr>Contoh Dialog Lebih Lengkap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Ario Danu</dc:creator>
  <cp:lastModifiedBy>Ario Danu</cp:lastModifiedBy>
  <cp:revision>1</cp:revision>
  <dcterms:created xsi:type="dcterms:W3CDTF">2026-04-21T06:36:33Z</dcterms:created>
  <dcterms:modified xsi:type="dcterms:W3CDTF">2026-04-21T06:41:54Z</dcterms:modified>
</cp:coreProperties>
</file>